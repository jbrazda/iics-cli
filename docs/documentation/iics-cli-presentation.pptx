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iics-cli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BBCCFF"/>
                </a:solidFill>
                <a:latin typeface="Calibri"/>
              </a:rPr>
              <a:t>A Modern Command-Line Interface for Informatica IICS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AA44"/>
                </a:solidFill>
                <a:latin typeface="Calibri"/>
              </a:rPr>
              <a:t>REST API v3  |  Go Binary  |  POSIX Compliant  |  Actively Maintained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88888"/>
                </a:solidFill>
                <a:latin typeface="Calibri"/>
              </a:rPr>
              <a:t>30+ resource types  |  OS Keychain  |  Package management  |  CI/CD release workflows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33333"/>
                </a:solidFill>
                <a:latin typeface="Calibri"/>
              </a:rPr>
              <a:t>  1.   The Problem – Limitations of the Official Informatica CLI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2.   POSIX Exit Codes – Reliable CI/CD Integration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3.   Machine-Readable Output – JSON, CSV, YAML, Tables &amp; Themes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4.   Secure Credential Management + OS Keychain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5.   Named Environment Profiles + Interactive Wizard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6.   Session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33333"/>
                </a:solidFill>
                <a:latin typeface="Calibri"/>
              </a:rPr>
              <a:t>  7.   Broad API Coverage – 27+ Resources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8.   Package Command – Expand, Create, Inspect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9.   Release Workflow – CI/CD Manifests &amp; Plans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10.  Publish &amp; Unpublish CAI Assets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11.  Full Region Support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12.  Feature Comparison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The Official Informatica CLI – what it cannot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C0000"/>
                </a:solidFill>
                <a:latin typeface="Calibri"/>
              </a:rPr>
              <a:t>•  No longer maintained – last update years ago, no bug fixes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Covers only 5 operations: export, import, publish, list, version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Always exits with code 0 – CI/CD pipelines cannot detect failures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No structured output – cannot pipe to jq, grep, or other UNIX tools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Credentials passed as command-line flags (-u user -p pass) – visible in ps, logs, history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No environment profiles – must retype credentials for every org/env switch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Authenticates on every invocation – no session reuse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Only 3 hardcoded regions: us / eu / ap – many IICS pods not covered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Limited to export/import/publish operations only – no user, role, connection, or schedule management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Flat command model – no subcommand hierarchy, poor discoverability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POSIX Exit 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Reliable failure detection in scripts and CI/CD pipelines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exit code is always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303520" cy="1463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Export fails – but exit code is still 0
iics export -u user@co.com -p secret -r us \
  -a "MyProject/BadAsset.Process"
echo $?   # -&gt; 0  (pipeline keeps running!)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three distinct exit codes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303520" cy="1463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iics export create --name nightly --project Prod
echo $?   # -&gt; 1  (API / runtime error)
iics export create --bad-flag
echo $?   # -&gt; 2  (usage / flag error)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828800" y="320040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Exit Code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All pipeline steps continue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Runtime / API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API call failed, network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Usage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Unknown flag, missing argument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66CC"/>
                </a:solidFill>
                <a:latin typeface="Calibri"/>
              </a:rPr>
              <a:t>Works correctly with set -e scripts, make targets, GitHub Actions, and Jenkins.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Machine-Readable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JSON, CSV, YAML, and Table formats – pipe into any UNIX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Every command supports --output / -o  table | json | csv | yaml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47120" cy="3749039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45920"/>
            <a:ext cx="10972800" cy="35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Default table – human readable
iics user list
# JSON – pipe into jq
iics user list -o json | jq -r '.[].userName'
# CSV – import into Excel / Google Sheets
iics connection list -o csv &gt; connections.csv
# YAML – human-friendly structured output
iics schedule list -o yaml
# Find enabled schedules and extract names
iics schedule list -o json \
  | jq -r '.[] | select(.status=="ENABLED") | .name'
# Count objects in a project
iics objects list --project Prod -o json | jq 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66CC"/>
                </a:solidFill>
                <a:latin typeface="Calibri"/>
              </a:rPr>
              <a:t>stdout is always clean data.  All errors and diagnostics go to stderr.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Secure Credential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Credentials never appear on the command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credentials on every command 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303520" cy="1645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Visible in ps aux, shell history, CI logs
iics export \
  -u admin@company.com \
  -p MyP@ssword123 \
  -r us \
  -a "Prod/CriticalFlow.Process"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config file + env var + OS keychain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303520" cy="2011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~/.iics/config.yaml  (chmod 600)
defaultProfile: prod
profiles:
  prod:
    region: USE4
    username: admin@company.com
    password: "@keyring"  # stored in OS keychain
# Password via env var – never in a file
export IICS_PASSWORD='MyP@ssword123'
iics export create --name nightly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39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3333"/>
                </a:solidFill>
                <a:latin typeface="Calibri"/>
              </a:rPr>
              <a:t>•  Config file protected with OS file permissions (chmod 600)</a:t>
            </a:r>
          </a:p>
          <a:p>
            <a:r>
              <a:rPr sz="1400" b="0">
                <a:solidFill>
                  <a:srgbClr val="333333"/>
                </a:solidFill>
                <a:latin typeface="Calibri"/>
              </a:rPr>
              <a:t>•  Password stored in macOS Keychain or Linux Secret Service (GNOME Keyring / KWallet)</a:t>
            </a:r>
          </a:p>
          <a:p>
            <a:r>
              <a:rPr sz="1400" b="0">
                <a:solidFill>
                  <a:srgbClr val="333333"/>
                </a:solidFill>
                <a:latin typeface="Calibri"/>
              </a:rPr>
              <a:t>•  Password sourced from IICS_PASSWORD env var (highest precedence)</a:t>
            </a:r>
          </a:p>
          <a:p>
            <a:r>
              <a:rPr sz="1400" b="0">
                <a:solidFill>
                  <a:srgbClr val="333333"/>
                </a:solidFill>
                <a:latin typeface="Calibri"/>
              </a:rPr>
              <a:t>•  Sentinel value @keyring in config – real secret never written to disk</a:t>
            </a:r>
          </a:p>
          <a:p>
            <a:r>
              <a:rPr sz="1400" b="0">
                <a:solidFill>
                  <a:srgbClr val="333333"/>
                </a:solidFill>
                <a:latin typeface="Calibri"/>
              </a:rPr>
              <a:t>•  Compatible with HashiCorp Vault, AWS Secrets Manager, GitHub Secrets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Named Environment 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Interactive wizard or manual config – switch with a single flag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Interactive profile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5303520" cy="21031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First-run wizard – guided setup
iics profile add
# Or add a named profile
iics profile add prod
# List / edit / delete profiles
iics profile list
iics profile edit dev
iics profile set-default 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~/.iics/config.yaml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69080"/>
            <a:ext cx="5303520" cy="2286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16052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defaultProfile: dev
profiles:
  dev:
    region: USE4
    username: dev-user@company.com
  prod:
    region: USE4
    username: prod-admin@company.com
    password: "@keyring"
  emea:
    region: EMEA
    username: emea-admin@company.com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Switching environments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463040"/>
            <a:ext cx="5303520" cy="2743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5544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Use the --profile flag
iics user list --profile dev
iics user list --profile prod
# Or the IICS_PROFILE env var
IICS_PROFILE=emea iics export create \
  --name weekly-backup
# Perfect for deployment scripts
for env in dev staging prod; do
  iics export create --profile $env \
    --name "snapshot-$env"
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34340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Calibri"/>
              </a:rPr>
              <a:t>•  Separate credentials per environment – no copy-paste mistakes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Profile overridden by IICS_PROFILE env var for CI/CD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defaultProfile used when no --profile flag is given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iics profile add wizard prompts for region, username, and keychain storage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Session Caching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Authenticate once, reuse for 30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authenticates on every 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0000"/>
                </a:solidFill>
                <a:latin typeface="Calibri"/>
              </a:rPr>
              <a:t>•  Login round-trip added to every command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Risk of account lockout during scripted runs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Slower in pipelines with many sequential 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session token cached with 30-min TTL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30352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iics login                   # authenticates once
iics user list               # reuses session
iics role list               # reuses session
iics connection list         # reuses session
iics export create --name x  # reuses session
# Separate cached session per profile
iics user list --profile prod  # own 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49039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3333"/>
                </a:solidFill>
                <a:latin typeface="Calibri"/>
              </a:rPr>
              <a:t>•  Sessions cached in ~/.iics/sessions.yaml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Each profile has its own independent session entry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Expired or invalid sessions trigger automatic re-login transparently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401 responses auto-retry once with a fresh login – no manual intervention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Broad API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27+ resource types vs. 5 operations in the official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54864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72291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dependencies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lookup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resolve IDs, names, paths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connection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run, create, start, status, download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import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run, upload, start, status, download-log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publish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run, start,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unpublish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run, start, status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expand, create, dependencies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release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manifest, validate, plan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create, update,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add, edit, list, delete, set-default, show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143000"/>
          <a:ext cx="54864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usergroup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privilege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runtime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details, start, 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assign, remove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permission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get, set,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activitylog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auditlog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securitylog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metering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get, download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sourcecontrol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checkout, checkin, pull, commit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fetch, 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Package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Expand, create, and inspect IICS export packages locally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Local file operations – no API calls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6CC"/>
                </a:solidFill>
                <a:latin typeface="Calibri"/>
              </a:rPr>
              <a:t>Expand, Create, Inspect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5303520" cy="4114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Expand a ZIP into a source-control-friendly tree
iics package expand --source export.zip \
  --target ./workspace/Prod
# Create a ZIP from an expanded workspace
iics package create --source ./workspace/Prod \
  --target deploy.zip
# Selective packaging via manifest
iics package create --source ./workspace/Prod \
  --manifest-file manifest.csv \
  --target deploy.zip
# Inspect dependencies in a package
iics package dependencies --source ./workspace/Prod \
  -o json | jq '.[].location'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6CC"/>
                </a:solidFill>
                <a:latin typeface="Calibri"/>
              </a:rPr>
              <a:t>Key capabilities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Calibri"/>
              </a:rPr>
              <a:t>•  Expand: unzip to Project/Folder/Asset tree for git version control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Create: re-assemble a deployment ZIP from workspace directory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Selective create: drive asset selection via CSV/JSON/YAML/TXT manifest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Manifest auto-detects format – stdin or --manifest-file (-m)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Transitive dependency resolution – auto-include connections and agents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Generates ContentsofExportPackage_*.csv and exportMetadata.v2.json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Computes xexportPackage.chksum checksum file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Strip CurrentServerDateTime to enable clean git diffs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Backward-compatible with official CLI asset list text files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Release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CI/CD manifests and per-environment deployment plans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Three-step release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486400" cy="4114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1. Generate a release manifest from dependency graph
iics release manifest \
  --project Prod \
  --output release-manifest.yaml
# 2. Validate the manifest against each target
iics release validate \
  --manifest release-manifest.yaml \
  --profile staging
# 3. Generate per-environment deployment plans
iics release plan \
  --manifest release-manifest.yaml \
  --targets dev,staging,prod \
  --output-dir ./plans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6CC"/>
                </a:solidFill>
                <a:latin typeface="Calibri"/>
              </a:rPr>
              <a:t>CI/CD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Calibri"/>
              </a:rPr>
              <a:t>•  release manifest – scans object dependencies and outputs a YAML manifest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release validate – checks each asset exists in the target org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release plan – generates one plan CSV per deployment target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IICS_VALID_DEPLOY_TARGETS – allowlist of approved targets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IICS_TARGET_PROFILE_MAP – maps target names to profiles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Per-target CI credentials: IICS_USER_&lt;TARGET&gt;, IICS_PWD_&lt;TARGET&gt;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Works with GitHub Actions, Jenkins, GitLab CI, and any shell pipeline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Publish order enforcement – dependencies deployed before dependents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Publish &amp; Unpublish CAI Assets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Control asset lifecycle on the runtime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Publish assets to the runtime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5303520" cy="2194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Publish immediately and wait for completion
iics publish run \
  --ids &lt;asset-id-1&gt;,&lt;asset-id-2&gt;
# Start async publish job
iics publish start --ids &lt;asset-id-1&gt;
# Check publish status
iics publish status --id &lt;job-id&gt;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600"/>
                </a:solidFill>
                <a:latin typeface="Calibri"/>
              </a:rPr>
              <a:t>Unpublish assets from the runtime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63040"/>
            <a:ext cx="5303520" cy="2194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5448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Unpublish immediately and wait for completion
iics unpublish run \
  --ids &lt;asset-id-1&gt;,&lt;asset-id-2&gt;
# Start async unpublish job
iics unpublish start --ids &lt;asset-id-1&gt;
# Check unpublish status
iics unpublish status --id &lt;job-id&gt;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39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Supported asset types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160520"/>
          <a:ext cx="112471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00445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Asset Type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Publishable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PROCESS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Application Integration processes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GUIDE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Application Integration guides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TASKFLOW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Taskflows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AI_CONNECTION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Application Integration connections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AI_SERVICE_CONNECTOR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Application Integration service connectors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045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DTEMPLATE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Mappings – deployed via import, not publish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Table Themes &amp; Output Styles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Human-readable and automation-friendly in the same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Six built-in table themes – global or per-command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Theme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Color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Always Renders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Unicode rounded borders, cyan bold headers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Yes (TTY)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No borders, colored bold headers, unicode underline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Yes (TTY)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compact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No borders, gray bold headers, 1-space column gap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Yes (TTY)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plain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ASCII borders, no color – auto-used for non-TTY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markdown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GitHub-flavored markdown table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GitHub CLI-style: no borders, plain headers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519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Configure theme globally or per invocation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17720"/>
            <a:ext cx="11247120" cy="1828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7091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Set a default theme in config
# ~/.iics/config.yaml
style:
  theme: minimal
  noColor: false
  headerColor: "6"  # lipgloss: 6=cyan, 244=gray, #FF0000=hex
# Override per command
iics user list --theme markdown   # paste into GitHub / Confluence
iics connection list --theme gh   # GitHub CLI style
IICS_THEME=compact iics role list # env var override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Comprehensive Region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All IICS pod regions – not just us / eu / 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3 hardcoded regions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0000"/>
                </a:solidFill>
                <a:latin typeface="Calibri"/>
              </a:rPr>
              <a:t>•  -r us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-r eu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-r 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0972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full pod registry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0" y="1508760"/>
          <a:ext cx="71323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Region Code(s)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Geography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US, USW1, USE2, USW3, USE4, USW5, USE6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 (various pods)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USW1-1, USW3-1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 West (dm1 hosts)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USW1-2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 West (dm2 host)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CAC1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EMEA, EMWE1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Europe / Middle East / Africa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APSE1, APJ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Asia Pacific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APNE1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Asia Pacific North-East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66CC"/>
                </a:solidFill>
                <a:latin typeface="Calibri"/>
              </a:rPr>
              <a:t>loginUrl and baseApiUrl auto-populated on first iics login – no manual URL entry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57600"/>
            <a:ext cx="11247120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749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Use a built-in region
iics user list --profile emea   # region: EMEA in config
# Override with explicit login URL (future pods / custom deployments)
# loginUrl: https://dm-us.informaticacloud.com/saas/public/core/v3/login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Modern Design &amp; Broad Platform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Built for today's DevOps toolchains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Limited and outdated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CC0000"/>
                </a:solidFill>
                <a:latin typeface="Calibri"/>
              </a:rPr>
              <a:t>•  No longer maintained – frozen in time</a:t>
            </a:r>
          </a:p>
          <a:p>
            <a:r>
              <a:rPr sz="1500" b="0">
                <a:solidFill>
                  <a:srgbClr val="CC0000"/>
                </a:solidFill>
                <a:latin typeface="Calibri"/>
              </a:rPr>
              <a:t>•  Covers only export/import/publish operations</a:t>
            </a:r>
          </a:p>
          <a:p>
            <a:r>
              <a:rPr sz="1500" b="0">
                <a:solidFill>
                  <a:srgbClr val="CC0000"/>
                </a:solidFill>
                <a:latin typeface="Calibri"/>
              </a:rPr>
              <a:t>•  Limited region support (us/eu/ap only)</a:t>
            </a:r>
          </a:p>
          <a:p>
            <a:r>
              <a:rPr sz="1500" b="0">
                <a:solidFill>
                  <a:srgbClr val="CC0000"/>
                </a:solidFill>
                <a:latin typeface="Calibri"/>
              </a:rPr>
              <a:t>•  Complex credential and profile management</a:t>
            </a:r>
          </a:p>
          <a:p>
            <a:r>
              <a:rPr sz="1500" b="0">
                <a:solidFill>
                  <a:srgbClr val="CC0000"/>
                </a:solidFill>
                <a:latin typeface="Calibri"/>
              </a:rPr>
              <a:t>•  No modern automation-friendly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Modern, actively maintained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09944"/>
                </a:solidFill>
                <a:latin typeface="Calibri"/>
              </a:rPr>
              <a:t>•  Actively maintained with regular updates</a:t>
            </a:r>
          </a:p>
          <a:p>
            <a:r>
              <a:rPr sz="1500" b="0">
                <a:solidFill>
                  <a:srgbClr val="009944"/>
                </a:solidFill>
                <a:latin typeface="Calibri"/>
              </a:rPr>
              <a:t>•  27+ resource types with full CRUD operations</a:t>
            </a:r>
          </a:p>
          <a:p>
            <a:r>
              <a:rPr sz="1500" b="0">
                <a:solidFill>
                  <a:srgbClr val="009944"/>
                </a:solidFill>
                <a:latin typeface="Calibri"/>
              </a:rPr>
              <a:t>•  All IICS pod regions supported</a:t>
            </a:r>
          </a:p>
          <a:p>
            <a:r>
              <a:rPr sz="1500" b="0">
                <a:solidFill>
                  <a:srgbClr val="009944"/>
                </a:solidFill>
                <a:latin typeface="Calibri"/>
              </a:rPr>
              <a:t>•  Named profiles, OS keychain, and session caching</a:t>
            </a:r>
          </a:p>
          <a:p>
            <a:r>
              <a:rPr sz="1500" b="0">
                <a:solidFill>
                  <a:srgbClr val="009944"/>
                </a:solidFill>
                <a:latin typeface="Calibri"/>
              </a:rPr>
              <a:t>•  ~8 MB statically-linked Go binary – no runtime dependencies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1645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937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Install – one line
curl -L https://github.com/jbrazda/iics-cli/releases/latest/download/iics_linux_amd64 \
  -o /usr/local/bin/iics &amp;&amp; chmod +x /usr/local/bin/iics
# Docker – copy single binary
COPY iics /usr/local/bin/iics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Structured Subcommands &amp; Built-in 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kubectl / gh / aws style resource-verb hierarchy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685800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6E3A1"/>
                </a:solidFill>
                <a:latin typeface="Courier New"/>
              </a:rPr>
              <a:t># Resource  Verb  Flags
iics user   list
iics user   get   --id abc123
iics user   create --from-file user.json
iics connection list
iics connection update --id xyz --from-file conn.json
iics export run --name nightly --project Prod
iics export status --id 12345
iics export download --id 12345 --output export.zip
iics package expand --source export.zip --target ./workspace
iics package create --source ./workspace --manifest-file plan.csv
iics release manifest --project Prod --output manifest.yaml
iics release plan --manifest manifest.yaml --targets dev,prod
iics sourcecontrol checkin --project Prod --comment "release 2.4"
iics state fetch --project Prod --output state.json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1887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Built-in help at every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00200"/>
            <a:ext cx="4389120" cy="15544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169164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iics --help
iics user --help
iics export create --help
iics package --help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29184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Calibri"/>
              </a:rPr>
              <a:t>•  Same pattern as kubectl, gh, aws – familiar to DevOps teams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Tab completion: bash, zsh, fish, powershell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Per-command docs in docs/documentation/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Full flag reference in built-in --help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--debug prints full HTTP trace to stderr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Better Error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Structured API errors with HTTP context – all on stderr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vague error messages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30352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$ iics export -u user -p pass -r us \
  -a "Project/Missing.Process"
Error occurred.
exit code: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structured errors to stderr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303520" cy="2286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$ iics export create --name bad --project X
Error: API error 400: project 'X' not found
  HTTP 400 Bad Request
  {
    "error": {
      "code": "ICS-012345",
      "message": "project 'X' not found"
    }
  }
exit code: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3333"/>
                </a:solidFill>
                <a:latin typeface="Calibri"/>
              </a:rPr>
              <a:t>•  Error summary always on stderr – stdout stays clean for piping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--debug flag prints full request body for deep troubleshooting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--verbose flag enables extra HTTP detail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API error code, HTTP status, and response body all included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Usage errors (exit 2) print a hint without cluttering stdout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Feature Comparison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9728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234563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Official Informatica CLI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iics-cli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Actively maintained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POSIX exit codes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JSON / CSV / YAML output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Pipe-friendly stdout/stderr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Credentials in config file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OS Keychain 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Named environment profiles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Interactive profile wizard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Session caching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Package expand / create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Selective packaging via manifest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CI/CD release manifest &amp;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Publish / Unpublish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User &amp; group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Connection CRUD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Schedule CRUD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Agent &amp; runtime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Activity / Audit / Security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Source control operations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All IICS regions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456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Table themes &amp; styles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457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Built-in contextual help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Install, configure, and run your first command in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1. Download the binary for your platform
curl -L https://github.com/jbrazda/iics-cli/releases/latest/download/iics_linux_amd64 \
  -o /usr/local/bin/iics &amp;&amp; chmod +x /usr/local/bin/iics
# 2. Create a profile interactively (guided wizard)
iics profile add
#    -- OR create ~/.iics/config.yaml manually --
mkdir -p ~/.iics &amp;&amp; chmod 700 ~/.iics
cat &gt; ~/.iics/config.yaml &lt;&lt; 'EOF'
defaultProfile: default
profiles:
  default:
    region: USE4
    username: your-email@company.com
EOF
chmod 600 ~/.iics/config.yaml
# 3. Set your password in the environment (or use the keychain via wizard)
export IICS_PASSWORD='your-password'
# 4. Login (optional – cached for 30 min)
iics login
# 5. Start exploring
iics user list
iics connection list -o json | jq '.[].name'
iics objects list --type MTT --output json
iics export create --name my-first-export --project MyProject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AA44"/>
                </a:solidFill>
                <a:latin typeface="Calibri"/>
              </a:rPr>
              <a:t>github.com/jbrazda/iics-cli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CCFF"/>
                </a:solidFill>
                <a:latin typeface="Calibri"/>
              </a:rPr>
              <a:t>Source code  |  Releases  |  Issues  |  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88888"/>
                </a:solidFill>
                <a:latin typeface="Calibri"/>
              </a:rPr>
              <a:t>docs/documentation/  in the repository for full per-command reference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