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iics-cli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BBCCFF"/>
                </a:solidFill>
                <a:latin typeface="Calibri"/>
              </a:rPr>
              <a:t>A Modern Command-Line Interface for Informatica IICS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AA44"/>
                </a:solidFill>
                <a:latin typeface="Calibri"/>
              </a:rPr>
              <a:t>REST API v3  |  Go Binary  |  POSIX Compliant  |  Actively Maintained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  <a:latin typeface="Calibri"/>
              </a:rPr>
              <a:t>Replacing the abandoned Informatica Asset Management CLI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33333"/>
                </a:solidFill>
                <a:latin typeface="Calibri"/>
              </a:rPr>
              <a:t>  1.  The Problem – Limitations of the Official Informatica CLI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2.  POSIX Exit Codes – Reliable CI/CD Integration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3.  Machine-Readable Output – JSON, CSV, Tables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4.  Secure Credential Management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5.  Named Environment Profiles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333333"/>
                </a:solidFill>
                <a:latin typeface="Calibri"/>
              </a:rPr>
              <a:t>  6.  Session Caching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7.  Broad API Coverage – 20+ Resources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8.  Full Region Support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9.  Single Binary – No JVM Required</a:t>
            </a:r>
          </a:p>
          <a:p>
            <a:r>
              <a:rPr sz="1700" b="0">
                <a:solidFill>
                  <a:srgbClr val="333333"/>
                </a:solidFill>
                <a:latin typeface="Calibri"/>
              </a:rPr>
              <a:t>  10. Feature Comparison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Informatica Asset Management CLI V2 – what it cannot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C0000"/>
                </a:solidFill>
                <a:latin typeface="Calibri"/>
              </a:rPr>
              <a:t>•  No longer maintained – last update years ago, no bug fixes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Covers only 5 operations: export, import, publish, list, version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Always exits with code 0 – CI/CD pipelines cannot detect failures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structured output – cannot pipe to jq, grep, or other UNIX tools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Credentials passed as command-line flags (-u user -p pass) – visible in ps, logs, history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environment profiles – must retype credentials for every org/env switch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Authenticates on every invocation – no session reuse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Only 3 hardcoded regions: us / eu / ap – many IICS pods not covered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Java-based – requires JVM on every machine / Docker image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Flat command model – no subcommand hierarchy, poor discoverability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POSIX Exit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Reliable failure detection in scripts and CI/CD pipelines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exit code is always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463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Export fails – but exit code is still 0
iics export -u user@co.com -p secret -r us \
  -a "MyProject/BadAsset.Process"
echo $?   # → 0  (pipeline keeps running!)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three distinct exit codes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1463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export create --name nightly --project Prod
echo $?   # → 1  (API / runtime error)
iics export create --bad-flag
echo $?   # → 2  (usage / flag error)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828800" y="320040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Exit Code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All pipeline steps continue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Runtime / API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API call failed, network error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Usage error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Unknown flag, missing argument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Works correctly with set -e scripts, make targets, GitHub Actions, and Jenkins.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Machine-Readable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JSON, CSV, and Table formats – pipe into any UNIX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3366"/>
                </a:solidFill>
                <a:latin typeface="Calibri"/>
              </a:rPr>
              <a:t>Every command supports --output / -o  table | json | csv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47120" cy="3566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45920"/>
            <a:ext cx="10972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Default table – human readable
iics user list
# JSON – pipe into jq
iics user list -o json | jq -r '.[].userName'
# CSV – import into Excel / Google Sheets
iics connection list -o csv &gt; connections.csv
# Find enabled schedules and extract names
iics schedule list -o json \
  | jq -r '.[] | select(.status=="ENABLED") | .name'
# Count objects in a project
iics objects list --project Prod -o json | jq 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stdout is always clean data.  All errors and diagnostics go to stderr.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Secure Credential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Credentials never appear on the command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credentials on every command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Visible in ps aux, shell history, CI logs
iics export \
  -u admin@company.com \
  -p MyP@ssword123 \
  -r us \
  -a "Prod/CriticalFlow.Process"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credentials in config file + env var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~/.iics/config.yaml  (chmod 600)
defaultProfile: prod
profiles:
  prod:
    region: US
    username: admin@company.com
# Password via env var – never in a file
export IICS_PASSWORD='MyP@ssword123'
iics export create --name nightly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Config file protected with OS file permissions (chmod 600)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Password sourced from IICS_PASSWORD env var or secret manager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No credentials in process list, shell history, or build logs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Compatible with HashiCorp Vault, AWS Secrets Manager, GitHub Secrets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Named Environment Profiles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Switch between orgs and environments with a single flag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303520" cy="4114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~/.iics/config.yaml
defaultProfile: dev
profiles:
  dev:
    region: US
    username: dev-user@company.com
  staging:
    region: US
    username: staging-admin@company.com
  prod:
    region: US
    username: prod-admin@company.com
  emea:
    region: EMEA
    username: emea-admin@company.com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Switching environments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530352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Use the --profile flag
iics user list --profile dev
iics user list --profile prod
# Or the IICS_PROFILE env var
IICS_PROFILE=emea iics export create \
  --name weekly-backup
# Perfect for deployment scripts
for env in dev staging prod; do
  iics export create --profile $env \
    --name "snapshot-$env"
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3333"/>
                </a:solidFill>
                <a:latin typeface="Calibri"/>
              </a:rPr>
              <a:t>•  Separate credentials per environment – no copy-paste mistakes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Profile name can be overridden by IICS_PROFILE env var for CI/CD</a:t>
            </a:r>
          </a:p>
          <a:p>
            <a:r>
              <a:rPr sz="1400" b="0">
                <a:solidFill>
                  <a:srgbClr val="333333"/>
                </a:solidFill>
                <a:latin typeface="Calibri"/>
              </a:rPr>
              <a:t>•  defaultProfile used when no --profile flag is given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Session Caching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Authenticate once, reuse for 30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authenticates on every 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0000"/>
                </a:solidFill>
                <a:latin typeface="Calibri"/>
              </a:rPr>
              <a:t>•  Login round-trip added to every command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Risk of account lockout during scripted runs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Slower in pipelines with many sequential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session token cached with 30-min TTL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30352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login                   # authenticates once
iics user list               # reuses session
iics role list               # reuses session
iics connection list         # reuses session
iics export create --name x  # reuses session
# Separate cached session per profile
iics user list --profile prod  # own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Sessions cached in ~/.iics/sessions.yaml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Each profile has its own independent session entry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Expired or invalid sessions trigger automatic re-login transparently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401 responses auto-retry once with a fresh login – no manual intervention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Broad API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20+ resource types vs. 5 operations in the official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143000"/>
          <a:ext cx="5486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objects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dependencies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resolve IDs, names,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connection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status, download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import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upload, start, status, log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143000"/>
          <a:ext cx="54864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update, delete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privilege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get, create,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list, start, 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assign, remove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permission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get, set, 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securitylog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metering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get, download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sourcecontrol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checkout, checkin, pull, commit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fetch, 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Comprehensive Region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All IICS pod regions – not just us / eu / 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3 hardcoded regions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C0000"/>
                </a:solidFill>
                <a:latin typeface="Calibri"/>
              </a:rPr>
              <a:t>•  -r us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-r eu</a:t>
            </a:r>
          </a:p>
          <a:p>
            <a:r>
              <a:rPr sz="1400" b="0">
                <a:solidFill>
                  <a:srgbClr val="CC0000"/>
                </a:solidFill>
                <a:latin typeface="Calibri"/>
              </a:rPr>
              <a:t>•  -r 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0972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full pod registry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0" y="1508760"/>
          <a:ext cx="7132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Region Code(s)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Geography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USW1, USW1-1, USW1-2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West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USE2, USE4, USE6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USW3, USW3-1, USW5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 West (additional)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CAC1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EMEA, EMWE1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Europe / Middle East / Africa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APSE1, APJ, APNE1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Asia Pacific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66CC"/>
                </a:solidFill>
                <a:latin typeface="Calibri"/>
              </a:rPr>
              <a:t>A loginUrl override is also supported for future pods or custom deployments.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11247120" cy="1097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023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Use a built-in region
iics user list --profile emea   # region: EMEA in config
# Override with explicit login URL
# loginUrl: https://dm-us.informaticacloud.com/ma/api/v2/user/login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Single Binary – No JVM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Go binary vs. Java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Java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CC0000"/>
                </a:solidFill>
                <a:latin typeface="Calibri"/>
              </a:rPr>
              <a:t>•  Requires JRE installed on every machine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JVM startup overhead on every invocation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Larger Docker images (JRE ~200-400 MB)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Version conflicts between projects</a:t>
            </a:r>
          </a:p>
          <a:p>
            <a:r>
              <a:rPr sz="1500" b="0">
                <a:solidFill>
                  <a:srgbClr val="CC0000"/>
                </a:solidFill>
                <a:latin typeface="Calibri"/>
              </a:rPr>
              <a:t>•  Complex installation 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compiled Go binary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9944"/>
                </a:solidFill>
                <a:latin typeface="Calibri"/>
              </a:rPr>
              <a:t>•  Single statically compiled binary – no dependencies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Linux, macOS, Windows (amd64 and arm64)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Copy to PATH and run immediately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~8 MB binary – tiny Docker layer</a:t>
            </a:r>
          </a:p>
          <a:p>
            <a:r>
              <a:rPr sz="1500" b="0">
                <a:solidFill>
                  <a:srgbClr val="009944"/>
                </a:solidFill>
                <a:latin typeface="Calibri"/>
              </a:rPr>
              <a:t>•  Instant startup – no JVM warmup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Install – one line
curl -L https://github.com/jbrazda/iics-cli/releases/latest/download/iics_linux_amd64 \
  -o /usr/local/bin/iics &amp;&amp; chmod +x /usr/local/bin/iics
# Docker – minimal image
COPY iics /usr/local/bin/iics
# No apt-get install default-jre needed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Structured Subcommands &amp; Built-in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kubectl / gh / aws style resource-verb hierarchy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685800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Resource  Verb  Flags
iics user   list
iics user   get   --id abc123
iics user   create --from-file user.json
iics connection list
iics connection update --id xyz --from-file conn.json
iics export create --name nightly --project Prod
iics export status --job-id 12345
iics export download --job-id 12345 --output export.zip
iics sourcecontrol checkin --project Prod --comment "release 2.4"
iics state fetch --project Prod --output state.json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188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3366"/>
                </a:solidFill>
                <a:latin typeface="Calibri"/>
              </a:rPr>
              <a:t>Built-in help at every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00200"/>
            <a:ext cx="438912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39" y="1691640"/>
            <a:ext cx="4114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iics --help
iics user --help
iics export create --help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10896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Calibri"/>
              </a:rPr>
              <a:t>•  Same pattern as kubectl, gh, aws – familiar to DevOps teams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Tab completion supported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Per-command docs in docs/documentation/</a:t>
            </a:r>
          </a:p>
          <a:p>
            <a:r>
              <a:rPr sz="1300" b="0">
                <a:solidFill>
                  <a:srgbClr val="333333"/>
                </a:solidFill>
                <a:latin typeface="Calibri"/>
              </a:rPr>
              <a:t>•  Full flag reference in built-in --help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Better Error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Structured API errors with HTTP context – all on stderr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Official CLI – vague error messages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530352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002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$ iics export -u user -p pass -r us \
  -a "Project/Missing.Process"
Error occurred.
exit code: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44"/>
                </a:solidFill>
                <a:latin typeface="Calibri"/>
              </a:rPr>
              <a:t>iics-cli – structured errors to stderr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08760"/>
            <a:ext cx="5303520" cy="2286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$ iics export create --name bad --project X
Error: API error 400: project 'X' not found
  HTTP 400 Bad Request
  {
    "error": {
      "code": "ICS-012345",
      "message": "project 'X' not found"
    }
  }
exit code: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333333"/>
                </a:solidFill>
                <a:latin typeface="Calibri"/>
              </a:rPr>
              <a:t>•  Error summary always on stderr – stdout stays clean for piping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--debug flag prints full request body for deep troubleshooting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--verbose flag enables extra HTTP detail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API error code, HTTP status, and response body all included</a:t>
            </a:r>
          </a:p>
          <a:p>
            <a:r>
              <a:rPr sz="1500" b="0">
                <a:solidFill>
                  <a:srgbClr val="333333"/>
                </a:solidFill>
                <a:latin typeface="Calibri"/>
              </a:rPr>
              <a:t>•  Usage errors (exit 2) print a hint without cluttering stdout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Feature Comparison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97280"/>
          <a:ext cx="1143000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40042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Informatica CLI V2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iics-cli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Actively maintained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POSIX exit codes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JSON / CSV output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Pipe-friendly stdout/stderr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Credentials in config file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Named environment profiles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Session caching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User &amp; group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Connection CRUD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Schedule CRUD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Agent &amp; runtime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Source control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All IICS regions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Single binary – no JVM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CC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005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Built-in contextual help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0099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FF"/>
                </a:solidFill>
                <a:latin typeface="Calibri"/>
              </a:rPr>
              <a:t>Install, configure, and run your first command in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CC"/>
                </a:solidFill>
                <a:latin typeface="Calibri"/>
              </a:rPr>
              <a:t>iics-cli  |  Informatica IICS Command Line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6E3A1"/>
                </a:solidFill>
                <a:latin typeface="Courier New"/>
              </a:rPr>
              <a:t># 1. Download the binary for your platform
curl -L https://github.com/jbrazda/iics-cli/releases/latest/download/iics_linux_amd64 \
  -o /usr/local/bin/iics &amp;&amp; chmod +x /usr/local/bin/iics
# 2. Create ~/.iics/config.yaml
mkdir -p ~/.iics &amp;&amp; chmod 700 ~/.iics
cat &gt; ~/.iics/config.yaml &lt;&lt; 'EOF'
defaultProfile: default
profiles:
  default:
    region: US
    username: your-email@company.com
EOF
chmod 600 ~/.iics/config.yaml
# 3. Set your password in the environment
export IICS_PASSWORD='your-password'
# 4. Login (optional – cached for 30 min)
iics login
# 5. Start exploring
iics user list
iics connection list -o json | jq '.[].name'
iics export create --name my-first-export --project MyProject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AA44"/>
                </a:solidFill>
                <a:latin typeface="Calibri"/>
              </a:rPr>
              <a:t>github.com/jbrazda/iics-cli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CCFF"/>
                </a:solidFill>
                <a:latin typeface="Calibri"/>
              </a:rPr>
              <a:t>Source code  •  Releases  •  Issues  • 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888888"/>
                </a:solidFill>
                <a:latin typeface="Calibri"/>
              </a:rPr>
              <a:t>docs/documentation/  in the repository for full per-command reference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